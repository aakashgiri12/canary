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</a:t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-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36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-24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Prompt injection: malicious instructions hidden in untrusted tool output (email, files, web pages) that hijack an AI agent.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CANARY is a full pipeline to attack, defend, and measure this vulnerability end-to-end.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Four components: Target Agent, Attack Engine, Defense Layer, Eval Harness.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Core contribution: an adaptive, retrieval-informed attacker — not just a static benchmark.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Built entirely on free-tier cloud infrastructure, by design.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Build an end-to-end pipeline to measure LLM-agent vulnerability to prompt injection.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Quantify the Utility vs. Attack Success Rate trade-off across defense configs (the Pareto frontier).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Show that static, pattern-based defenses have blind spots an adaptive attacker can find.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Compare a lightweight prompt-based defense against a trained ML classifier.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Validate everything against a real, live LLM — not only rule-based stand-ins.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rPr sz="2400" b="0">
                <a:solidFill>
                  <a:srgbClr val="5583D1"/>
                </a:solidFill>
                <a:latin typeface="+mn-lt"/>
              </a:rPr>
              <a:t>AgentDojo (Debenedetti et al., 2024) — benchmark for prompt injection attacks/defenses on tool-using LLM agents.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InjecAgent (Zhan et al., ACL Findings 2024) — benchmarking indirect prompt injection in tool-integrated agents.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OWASP Top 10 for LLM Applications — Prompt Injection ranked LLM01, the top risk, every edition.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Off-the-shelf injection classifiers (e.g. ProtectAI, Meta Prompt Guard) exist as baselines, not yet integrated here.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Gap: most published evaluations use a fixed attack set — few model an attacker that adapts to the defense.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Related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Agents that read untrusted content (email, web, files) can be hijacked by embedded instructions.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Static regex/keyword defenses only catch the exact framings they were designed for.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Published evaluations rarely model an attacker that adapts based on what got blocked.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Need: one system that attacks, adapts, defends, and measures Utility and ASR together.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Build order: Target Agent → static Attack Engine + Eval Harness → prompt defense → adaptive Attack Engine (pgvector retrieval) → trained classifier → persistence → dashboard.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Adaptive loop: embed context → retrieve similar past outcomes → mutate the framing → run → score → write outcome back to memory.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Every run scored on two axes: Utility (did the real task succeed) and ASR (did the injection succeed).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ASR judged by an LLM judge, validated 6/6 against hand-labeled cases — including two real failures a keyword heuristic missed.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Agent framework: LangGraph — StateGraph (agent node → tool node → loop to final answer).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LLM backend: DeepSeek API — a time-constrained, mentor-approved substitute for the originally-designed self-hosted vLLM-on-GCP architecture (kept fully built, for reference).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Attack Engine: 7 static seed attacks + retrieval-informed adaptive mutation.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Defense Layer: prompt-based structural defense + trained DeBERTa-v3 classifier.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Infra: PostgreSQL + pgvector, Redis + Celery, FastAPI, Next.js dashboard, pytest (64 tests).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4887195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Real target model: 0% ASR vs. all 7 attacks, defended or not.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Rule-based baseline: 71% ASR — pipeline measures real vulnerability.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Adaptive attacker breaks the prompt defense: 0%→100% ASR by gen 3.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Classifier: small = 83% acc (validated); base collapsed to 50%.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 descr="confi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77" y="1271219"/>
            <a:ext cx="5312169" cy="1988634"/>
          </a:xfrm>
          <a:prstGeom prst="rect">
            <a:avLst/>
          </a:prstGeom>
        </p:spPr>
      </p:pic>
      <p:pic>
        <p:nvPicPr>
          <p:cNvPr id="8" name="Picture 7" descr="adaptiv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677" y="3342712"/>
            <a:ext cx="2549841" cy="1988634"/>
          </a:xfrm>
          <a:prstGeom prst="rect">
            <a:avLst/>
          </a:prstGeom>
        </p:spPr>
      </p:pic>
      <p:pic>
        <p:nvPicPr>
          <p:cNvPr id="9" name="Picture 8" descr="classifier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004" y="3342712"/>
            <a:ext cx="2549841" cy="198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Built and validated a full adversarial-agent-security pipeline, end to end, on free-tier infra.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Static defenses look effective against a fixed attack set but have discoverable blind spots.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An adaptive, retrieval-informed attacker found that blind spot in 3 generations.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Model size isn’t automatically better — the smaller classifier generalized, the base model collapsed.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Future work: off-the-shelf classifier baseline, semantic adaptive mutation, Oracle VM + GCP redeployment.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We would like to thank our mentor, [Mentor Name], for guidance throughout this project.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We thank University and LTIMindTree for the opportunity to pursue this work.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5583D1"/>
                </a:solidFill>
                <a:latin typeface="+mn-lt"/>
              </a:rPr>
              <a:t>Debenedetti et al., “AgentDojo: A Dynamic Environment to Evaluate Prompt Injection Attacks and Defenses for LLM Agents,” arXiv:2406.13352, 2024.</a:t>
            </a:r>
            <a:endParaRPr lang="en-US" sz="2400" b="0" dirty="0">
              <a:solidFill>
                <a:srgbClr val="5583D1"/>
              </a:solidFill>
            </a:endParaRP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Zhan et al., “InjecAgent: Benchmarking Indirect Prompt Injections in Tool-Integrated LLM Agents,” Findings of ACL 2024, arXiv:2403.02691.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OWASP Top 10 for LLM Applications — owasp.org/www-project-top-10-for-large-language-model-applications.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He, Gao, Chen, “DeBERTaV3: Improving DeBERTa using ELECTRA-Style Pre-Training,” arXiv:2111.09543 — microsoft/deberta-v3-small, microsoft/deberta-v3-base.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LangGraph documentation — langchain-ai.github.io/langgraph.</a:t>
            </a:r>
          </a:p>
          <a:p>
            <a:r>
              <a:rPr sz="2400" b="0">
                <a:solidFill>
                  <a:srgbClr val="5583D1"/>
                </a:solidFill>
                <a:latin typeface="+mn-lt"/>
              </a:rPr>
              <a:t>DeepSeek API documentation — platform.deepseek.com/api-docs.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